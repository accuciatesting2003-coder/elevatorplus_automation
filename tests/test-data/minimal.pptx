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</Relationships>
</file>

<file path=ppt/presentation.xml><?xml version="1.0" encoding="utf-8"?>
<p:presentation xmlns:p="http://schemas.openxmlformats.org/presentationml/2006/main">
  <p:sldMasterIdLst/>
  <p:sldSz cx="9144000" cy="6858000"/>
  <p:notesSz cx="6858000" cy="9144000"/>
</p:presentation>
</file>

<file path=ppt/_rels/presentation.xml.rels><?xml version="1.0" encoding="UTF-8" standalone="yes"?>
<Relationships xmlns="http://schemas.openxmlformats.org/package/2006/relationships">
</Relationships>
</file>